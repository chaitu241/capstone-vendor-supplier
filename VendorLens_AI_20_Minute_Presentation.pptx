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un Tuscano" userId="dfd3c3ac-0e48-4648-bd8d-1cd7f93b110c" providerId="ADAL" clId="{D48CF750-705D-4035-9177-7A5E7DCD220F}"/>
    <pc:docChg chg="modSld">
      <pc:chgData name="Shaun Tuscano" userId="dfd3c3ac-0e48-4648-bd8d-1cd7f93b110c" providerId="ADAL" clId="{D48CF750-705D-4035-9177-7A5E7DCD220F}" dt="2026-08-06T14:43:49.829" v="6" actId="20577"/>
      <pc:docMkLst>
        <pc:docMk/>
      </pc:docMkLst>
      <pc:sldChg chg="modSp mod">
        <pc:chgData name="Shaun Tuscano" userId="dfd3c3ac-0e48-4648-bd8d-1cd7f93b110c" providerId="ADAL" clId="{D48CF750-705D-4035-9177-7A5E7DCD220F}" dt="2026-08-06T14:43:49.829" v="6" actId="20577"/>
        <pc:sldMkLst>
          <pc:docMk/>
          <pc:sldMk cId="0" sldId="256"/>
        </pc:sldMkLst>
        <pc:spChg chg="mod">
          <ac:chgData name="Shaun Tuscano" userId="dfd3c3ac-0e48-4648-bd8d-1cd7f93b110c" providerId="ADAL" clId="{D48CF750-705D-4035-9177-7A5E7DCD220F}" dt="2026-08-06T14:43:49.829" v="6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Shaun Tuscano" userId="dfd3c3ac-0e48-4648-bd8d-1cd7f93b110c" providerId="ADAL" clId="{D48CF750-705D-4035-9177-7A5E7DCD220F}" dt="2026-08-06T14:43:40.843" v="3" actId="20577"/>
        <pc:sldMkLst>
          <pc:docMk/>
          <pc:sldMk cId="0" sldId="261"/>
        </pc:sldMkLst>
        <pc:spChg chg="mod">
          <ac:chgData name="Shaun Tuscano" userId="dfd3c3ac-0e48-4648-bd8d-1cd7f93b110c" providerId="ADAL" clId="{D48CF750-705D-4035-9177-7A5E7DCD220F}" dt="2026-08-06T14:43:40.843" v="3" actId="20577"/>
          <ac:spMkLst>
            <pc:docMk/>
            <pc:sldMk cId="0" sldId="261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0" y="146304"/>
            <a:ext cx="3962095" cy="6711696"/>
          </a:xfrm>
          <a:prstGeom prst="rect">
            <a:avLst/>
          </a:prstGeom>
          <a:solidFill>
            <a:srgbClr val="0F2B4C"/>
          </a:solidFill>
          <a:ln>
            <a:solidFill>
              <a:srgbClr val="0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097280"/>
            <a:ext cx="6583680" cy="65248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000" b="1" dirty="0" err="1">
                <a:solidFill>
                  <a:srgbClr val="FFFFFF"/>
                </a:solidFill>
                <a:latin typeface="Aptos Display"/>
              </a:rPr>
              <a:t>VendorLens</a:t>
            </a:r>
            <a:endParaRPr sz="40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6384" y="1938528"/>
            <a:ext cx="694944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>
                <a:solidFill>
                  <a:srgbClr val="D7E5F4"/>
                </a:solidFill>
                <a:latin typeface="Aptos Display"/>
              </a:rPr>
              <a:t>From supplier documents to an
auditable onboarding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46120"/>
            <a:ext cx="66751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Aptos"/>
              </a:rPr>
              <a:t>AI-assisted supplier onboarding and compliance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285232"/>
            <a:ext cx="6949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AEC9E4"/>
                </a:solidFill>
                <a:latin typeface="Aptos"/>
              </a:rPr>
              <a:t>React • FastAPI • PostgreSQL • ChromaDB • Azure OpenAI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687568"/>
            <a:ext cx="6949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AEC9E4"/>
                </a:solidFill>
                <a:latin typeface="Aptos"/>
              </a:rPr>
              <a:t>Human confirmation remains mandatory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143000"/>
            <a:ext cx="2606040" cy="60350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307592"/>
            <a:ext cx="2606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INTAKE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286000"/>
            <a:ext cx="2606040" cy="603504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20" y="2450592"/>
            <a:ext cx="2606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3429000"/>
            <a:ext cx="2606040" cy="603504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2520" y="3593592"/>
            <a:ext cx="2606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4572000"/>
            <a:ext cx="2606040" cy="603504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4736592"/>
            <a:ext cx="2606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OBSERVE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VendorLens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Opening | 0:00-0:45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9260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ptos"/>
              </a:rPr>
              <a:t>PROBLEM +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6984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900" b="1">
                <a:solidFill>
                  <a:srgbClr val="0B1F3A"/>
                </a:solidFill>
                <a:latin typeface="Aptos Display"/>
              </a:rPr>
              <a:t>Reduce review effort without giving AI the final vote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0">
                <a:solidFill>
                  <a:srgbClr val="5C6C80"/>
                </a:solidFill>
                <a:latin typeface="Aptos"/>
              </a:rPr>
              <a:t>The application automates repetitive understanding while preserving evidence, rules, and human accountability.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VendorLens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Problem &amp; business case | 0:45-4:00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965960"/>
            <a:ext cx="4983480" cy="402336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1828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33472"/>
            <a:ext cx="40233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Supplier onboarding is a document bottleneck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56432"/>
            <a:ext cx="4069080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DCEBF9"/>
                </a:solidFill>
                <a:latin typeface="Aptos"/>
              </a:rPr>
              <a:t>• facts are spread across registration, tax, and insurance files
• follow-up questions require manual searching
• PII can leak into prompts or ad-hoc logs
• completeness and expiry checks are easy to miss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965960"/>
            <a:ext cx="5440680" cy="402336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286000"/>
            <a:ext cx="1828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THE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33472"/>
            <a:ext cx="393192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00" b="1">
                <a:solidFill>
                  <a:srgbClr val="0B1F3A"/>
                </a:solidFill>
                <a:latin typeface="Aptos Display"/>
              </a:rPr>
              <a:t>One controlled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27355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3355848"/>
            <a:ext cx="347472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82696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Intake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282696"/>
            <a:ext cx="3108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5C6C80"/>
                </a:solidFill>
                <a:latin typeface="Aptos"/>
              </a:rPr>
              <a:t>Upload three required documents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40480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922776"/>
            <a:ext cx="347472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849624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849624"/>
            <a:ext cx="3108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5C6C80"/>
                </a:solidFill>
                <a:latin typeface="Aptos"/>
              </a:rPr>
              <a:t>Redact, extract, embed, retrieve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407408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4489704"/>
            <a:ext cx="347472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16552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4416552"/>
            <a:ext cx="3108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5C6C80"/>
                </a:solidFill>
                <a:latin typeface="Aptos"/>
              </a:rPr>
              <a:t>Citations + deterministic checks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974336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5056631"/>
            <a:ext cx="347472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983479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983479"/>
            <a:ext cx="3108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5C6C80"/>
                </a:solidFill>
                <a:latin typeface="Aptos"/>
              </a:rPr>
              <a:t>Human approval → ERP 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532120"/>
            <a:ext cx="45720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AI suggests → rules explain → reviewer confirms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9260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ptos"/>
              </a:rPr>
              <a:t>ARCHITECTURE +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6984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900" b="1">
                <a:solidFill>
                  <a:srgbClr val="0B1F3A"/>
                </a:solidFill>
                <a:latin typeface="Aptos Display"/>
              </a:rPr>
              <a:t>From intake to an auditable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0">
                <a:solidFill>
                  <a:srgbClr val="5C6C80"/>
                </a:solidFill>
                <a:latin typeface="Aptos"/>
              </a:rPr>
              <a:t>The same controlled path supports document processing, supplier Q&amp;A, compliance, and operations.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VendorLens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Architecture &amp; tools | 4:00-8:00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65960"/>
            <a:ext cx="2011680" cy="78638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130552"/>
            <a:ext cx="20116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React + MUI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423160"/>
            <a:ext cx="186537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E2EFFC"/>
                </a:solidFill>
                <a:latin typeface="Aptos"/>
              </a:rPr>
              <a:t>Intake • review •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212848"/>
            <a:ext cx="3200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1965960"/>
            <a:ext cx="2011680" cy="786384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54680" y="2130552"/>
            <a:ext cx="20116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2423160"/>
            <a:ext cx="186537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E2EFFC"/>
                </a:solidFill>
                <a:latin typeface="Aptos"/>
              </a:rPr>
              <a:t>API • validation •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212848"/>
            <a:ext cx="3200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>
                <a:solidFill>
                  <a:srgbClr val="14B8A6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965960"/>
            <a:ext cx="2240280" cy="786384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23560" y="2130552"/>
            <a:ext cx="22402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Workflow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96712" y="2423160"/>
            <a:ext cx="209397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E2EFFC"/>
                </a:solidFill>
                <a:latin typeface="Aptos"/>
              </a:rPr>
              <a:t>redact • extract • 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212848"/>
            <a:ext cx="3200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>
                <a:solidFill>
                  <a:srgbClr val="0B1F3A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1965960"/>
            <a:ext cx="2240280" cy="786384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2130552"/>
            <a:ext cx="22402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Azure OpenAI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423160"/>
            <a:ext cx="209397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E2EFFC"/>
                </a:solidFill>
                <a:latin typeface="Aptos"/>
              </a:rPr>
              <a:t>GPT-4o-mini • 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2852928"/>
            <a:ext cx="274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>
                <a:solidFill>
                  <a:srgbClr val="14B8A6"/>
                </a:solidFill>
                <a:latin typeface="Aptos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852928"/>
            <a:ext cx="274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>
                <a:solidFill>
                  <a:srgbClr val="0B1F3A"/>
                </a:solidFill>
                <a:latin typeface="Aptos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852928"/>
            <a:ext cx="274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3337560"/>
            <a:ext cx="2743200" cy="84124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15568" y="3502152"/>
            <a:ext cx="2523744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Aptos"/>
              </a:rPr>
              <a:t>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3813048"/>
            <a:ext cx="2523744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5C6C80"/>
                </a:solidFill>
                <a:latin typeface="Aptos"/>
              </a:rPr>
              <a:t>supplier records • AI runs • compliance • audit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3337560"/>
            <a:ext cx="2743200" cy="84124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44568" y="3502152"/>
            <a:ext cx="2523744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Aptos"/>
              </a:rPr>
              <a:t>ChromaDB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3813048"/>
            <a:ext cx="2523744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5C6C80"/>
                </a:solidFill>
                <a:latin typeface="Aptos"/>
              </a:rPr>
              <a:t>supplier-scoped chunks and embeddings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3337560"/>
            <a:ext cx="2743200" cy="84124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73567" y="3502152"/>
            <a:ext cx="2523744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Aptos"/>
              </a:rPr>
              <a:t>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3567" y="3813048"/>
            <a:ext cx="2523744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5C6C80"/>
                </a:solidFill>
                <a:latin typeface="Aptos"/>
              </a:rPr>
              <a:t>Langfuse • Promptfoo • Prometheus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4407408"/>
            <a:ext cx="274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4407408"/>
            <a:ext cx="274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>
                <a:solidFill>
                  <a:srgbClr val="7C3AED"/>
                </a:solidFill>
                <a:latin typeface="Aptos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48840" y="4800600"/>
            <a:ext cx="3291840" cy="749808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148840" y="5029200"/>
            <a:ext cx="32918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Compliance rules + audit trail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4800600"/>
            <a:ext cx="3474720" cy="749808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0" y="5029200"/>
            <a:ext cx="34747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Human decision → ERP handoff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5020056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5806440"/>
            <a:ext cx="63093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AI suggests • rules explain • reviewer confirms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2240280"/>
            <a:ext cx="1069848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5400" b="1">
                <a:solidFill>
                  <a:srgbClr val="0B1F3A"/>
                </a:solidFill>
                <a:latin typeface="Aptos Display"/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VendorLens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Live walkthrough | 8:00-15:00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9260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ptos"/>
              </a:rPr>
              <a:t>QUALITY +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6984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900" b="1">
                <a:solidFill>
                  <a:srgbClr val="0B1F3A"/>
                </a:solidFill>
                <a:latin typeface="Aptos Display"/>
              </a:rPr>
              <a:t>Built-in measurement for quality and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0">
                <a:solidFill>
                  <a:srgbClr val="5C6C80"/>
                </a:solidFill>
                <a:latin typeface="Aptos"/>
              </a:rPr>
              <a:t>The application captures the evidence needed to validate answer quality and service health.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VendorLens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Quality &amp; operations | 15:00-17:30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304288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Langfuse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27432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Trace model calls, tokens, latency, and failures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01168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2304288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Aptos"/>
              </a:rPr>
              <a:t>Promptfoo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97480"/>
            <a:ext cx="27432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Evaluate grounding, citations, isolation, and refusals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01168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304288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Aptos"/>
              </a:rPr>
              <a:t>Prometheus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697480"/>
            <a:ext cx="27432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Monitor traffic, errors, latency, and dependencies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10424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Aptos"/>
              </a:rPr>
              <a:t>Validation results will be added after the monitoring and quality test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9260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ptos"/>
              </a:rPr>
              <a:t>TRADE-OFFS +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6984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900" b="1">
                <a:solidFill>
                  <a:srgbClr val="0B1F3A"/>
                </a:solidFill>
                <a:latin typeface="Aptos Display"/>
              </a:rPr>
              <a:t>Pragmatic choices today; production hardening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0">
                <a:solidFill>
                  <a:srgbClr val="5C6C80"/>
                </a:solidFill>
                <a:latin typeface="Aptos"/>
              </a:rPr>
              <a:t>The important design question is not whether AI can answer—it is where AI must stop.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VendorLens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Trade-offs &amp; future | 17:30-19:15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920240"/>
            <a:ext cx="5166360" cy="393192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258568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Aptos Display"/>
              </a:rPr>
              <a:t>Trade-offs accepted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52928"/>
            <a:ext cx="4297680" cy="2057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0">
                <a:solidFill>
                  <a:srgbClr val="703D0C"/>
                </a:solidFill>
                <a:latin typeface="Aptos"/>
              </a:rPr>
              <a:t>• ChromaDB over pgvector: fewer permissions and faster setup
• gpt-4o-mini default: lower cost and latency
• rules + human review: explainability over autonomy
• Prometheus metrics: operational visibility with a lightweight 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20240"/>
            <a:ext cx="5230368" cy="393192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258568"/>
            <a:ext cx="2560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 Display"/>
              </a:rPr>
              <a:t>Limitations → 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52928"/>
            <a:ext cx="4343400" cy="107567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0" dirty="0">
                <a:solidFill>
                  <a:srgbClr val="0B1F3A"/>
                </a:solidFill>
                <a:latin typeface="Aptos"/>
              </a:rPr>
              <a:t>• scanned PDFs → OCR and multi-page parsing
• no auth/RBAC → SSO, retention, encryption, audit controls
• ERP handoff → idempotent production integration
• metrics endpoint → hosted dashboards and alerting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53328"/>
            <a:ext cx="10332720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North star: reduce reviewer effort while keeping evidence and accountability 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2148840"/>
            <a:ext cx="1069848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6200" b="1">
                <a:solidFill>
                  <a:srgbClr val="0B1F3A"/>
                </a:solidFill>
                <a:latin typeface="Aptos Display"/>
              </a:rPr>
              <a:t>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VendorLens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503</Words>
  <Application>Microsoft Office PowerPoint</Application>
  <PresentationFormat>Widescreen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VendorLens AI - 20 Minute Presentation</dc:title>
  <dc:subject>Supplier onboarding, RAG, compliance review, and observability</dc:subject>
  <dc:creator>VendorLens AI</dc:creator>
  <cp:keywords/>
  <dc:description>generated using python-pptx</dc:description>
  <cp:lastModifiedBy>Shaun Tuscano</cp:lastModifiedBy>
  <cp:revision>1</cp:revision>
  <dcterms:created xsi:type="dcterms:W3CDTF">2013-01-27T09:14:16Z</dcterms:created>
  <dcterms:modified xsi:type="dcterms:W3CDTF">2026-08-06T14:43:53Z</dcterms:modified>
  <cp:category/>
</cp:coreProperties>
</file>