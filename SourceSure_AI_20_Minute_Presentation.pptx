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146304"/>
            <a:ext cx="3962095" cy="6711696"/>
          </a:xfrm>
          <a:prstGeom prst="rect">
            <a:avLst/>
          </a:prstGeom>
          <a:solidFill>
            <a:srgbClr val="0F2B4C"/>
          </a:solidFill>
          <a:ln>
            <a:solidFill>
              <a:srgbClr val="0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97280"/>
            <a:ext cx="658368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SourceSure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38528"/>
            <a:ext cx="69494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D7E5F4"/>
                </a:solidFill>
                <a:latin typeface="Aptos Display"/>
              </a:rPr>
              <a:t>From supplier documents to an
auditable onboarding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6675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Aptos"/>
              </a:rPr>
              <a:t>AI-assisted supplier onboarding and compliance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285232"/>
            <a:ext cx="69494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EC9E4"/>
                </a:solidFill>
                <a:latin typeface="Aptos"/>
              </a:rPr>
              <a:t>React • FastAPI • PostgreSQL • ChromaDB • Azure 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687568"/>
            <a:ext cx="69494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AEC9E4"/>
                </a:solidFill>
                <a:latin typeface="Aptos"/>
              </a:rPr>
              <a:t>Human confirmation remains mandatory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143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307592"/>
            <a:ext cx="2606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286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450592"/>
            <a:ext cx="2606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429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3593592"/>
            <a:ext cx="2606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57200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736592"/>
            <a:ext cx="2606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Opening | 0:00-0:45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PROBLEM +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Reduce review effort without giving AI the final 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application automates repetitive understanding while preserving evidence, rules, and human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Problem &amp; business case | 0:45-4:00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65960"/>
            <a:ext cx="4983480" cy="402336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40233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Supplier onboarding is a document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56432"/>
            <a:ext cx="406908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CEBF9"/>
                </a:solidFill>
                <a:latin typeface="Aptos"/>
              </a:rPr>
              <a:t>• facts are spread across registration, tax, and insurance files
• follow-up questions require manual searching
• PII can leak into prompts or ad-hoc logs
• completeness and expiry checks are easy to miss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965960"/>
            <a:ext cx="5440680" cy="4023360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33472"/>
            <a:ext cx="3931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 Display"/>
              </a:rPr>
              <a:t>One controlled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7355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355848"/>
            <a:ext cx="3474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82696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Intake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282696"/>
            <a:ext cx="3108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Upload three required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22776"/>
            <a:ext cx="3474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9624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849624"/>
            <a:ext cx="3108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Redact, extract, embed, retrieve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07408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489704"/>
            <a:ext cx="3474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16552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416552"/>
            <a:ext cx="3108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Citations + deterministic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974336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056631"/>
            <a:ext cx="3474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983479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983479"/>
            <a:ext cx="3108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C6C80"/>
                </a:solidFill>
                <a:latin typeface="Aptos"/>
              </a:rPr>
              <a:t>Human approval → ERP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32120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AI suggests → rules explain → reviewer confirms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ARCHITECTURE +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From intake to an auditable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same controlled path supports document processing, supplier Q&amp;A, compliance, and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Architecture &amp; tools | 4:00-8:00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React + MUI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423160"/>
            <a:ext cx="186537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Intake • review •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12848"/>
            <a:ext cx="320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65960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30552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423160"/>
            <a:ext cx="186537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API • validation •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212848"/>
            <a:ext cx="320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965960"/>
            <a:ext cx="2240280" cy="786384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2130552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Workflow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2423160"/>
            <a:ext cx="209397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redact • extract • 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212848"/>
            <a:ext cx="320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965960"/>
            <a:ext cx="2240280" cy="786384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130552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Azure OpenAI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423160"/>
            <a:ext cx="209397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E2EFFC"/>
                </a:solidFill>
                <a:latin typeface="Aptos"/>
              </a:rPr>
              <a:t>GPT-4o-mini •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85292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85292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5292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502152"/>
            <a:ext cx="25237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813048"/>
            <a:ext cx="2523744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supplier records • AI runs • compliance •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502152"/>
            <a:ext cx="25237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3813048"/>
            <a:ext cx="2523744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supplier-scoped chunks and 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337560"/>
            <a:ext cx="2743200" cy="84124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7" y="3502152"/>
            <a:ext cx="25237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7" y="3813048"/>
            <a:ext cx="2523744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C6C80"/>
                </a:solidFill>
                <a:latin typeface="Aptos"/>
              </a:rPr>
              <a:t>Langfuse • Promptfoo • 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40740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7C3AED"/>
                </a:solidFill>
                <a:latin typeface="Aptos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4800600"/>
            <a:ext cx="3291840" cy="749808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5029200"/>
            <a:ext cx="3291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Compliance rules + audit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800600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02920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Human decision → ERP handoff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5020056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806440"/>
            <a:ext cx="6309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AI suggests • rules explain • reviewer confirms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240280"/>
            <a:ext cx="10698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5400" b="1">
                <a:solidFill>
                  <a:srgbClr val="0B1F3A"/>
                </a:solidFill>
                <a:latin typeface="Aptos Display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Live walkthrough | 8:00-15:00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QUALITY +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Built-in measurement for quality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application captures the evidence needed to validate answer quality and service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Quality &amp; operations | 15:00-17:30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04288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Langfuse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Trace model calls, tokens, latency, and 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8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Aptos"/>
              </a:rPr>
              <a:t>Promptfoo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9748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Evaluate grounding, citations, isolation, and refusals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304288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69748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Monitor traffic, errors, latency, and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424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Aptos"/>
              </a:rPr>
              <a:t>Validation results will be added after the monitoring and quality test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TRADE-OFFS +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6984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B1F3A"/>
                </a:solidFill>
                <a:latin typeface="Aptos Display"/>
              </a:rPr>
              <a:t>Pragmatic choices today; production hardening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C6C80"/>
                </a:solidFill>
                <a:latin typeface="Aptos"/>
              </a:rPr>
              <a:t>The important design question is not whether AI can answer—it is where AI must 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Trade-offs &amp; future | 17:30-19:15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20240"/>
            <a:ext cx="5166360" cy="393192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Aptos Display"/>
              </a:rPr>
              <a:t>Trade-offs 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4297680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703D0C"/>
                </a:solidFill>
                <a:latin typeface="Aptos"/>
              </a:rPr>
              <a:t>• ChromaDB over pgvector: fewer permissions and faster setup
• gpt-4o-mini default: lower cost and latency
• rules + human review: explainability over autonomy
• Prometheus metrics: operational visibility with a lightweight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230368" cy="39319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58568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 Display"/>
              </a:rPr>
              <a:t>Limitations → 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52928"/>
            <a:ext cx="4343400" cy="2057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>
                <a:solidFill>
                  <a:srgbClr val="0B1F3A"/>
                </a:solidFill>
                <a:latin typeface="Aptos"/>
              </a:rPr>
              <a:t>• scanned PDFs → OCR and multi-page parsing
• no auth/RBAC → SSO, retention, encryption, audit controls
• small corpus → adversarial held-out evaluation
• ERP handoff → idempotent production integration
• metrics endpoint → hosted dashboards and alerting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53328"/>
            <a:ext cx="1033272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North star: reduce reviewer effort while keeping evidence and accountability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C"/>
          </a:solidFill>
          <a:ln>
            <a:solidFill>
              <a:srgbClr val="F1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10698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6200" b="1">
                <a:solidFill>
                  <a:srgbClr val="0B1F3A"/>
                </a:solidFill>
                <a:latin typeface="Aptos Display"/>
              </a:rP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20116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C3D6EA"/>
                </a:solidFill>
                <a:latin typeface="Aptos"/>
              </a:rPr>
              <a:t>SourceSure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565392"/>
            <a:ext cx="3749039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3D6EA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88BE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SourceSure AI - 20 Minute Presentation</dc:title>
  <dc:subject>Supplier onboarding, RAG, compliance review, and observability</dc:subject>
  <dc:creator>SourceSure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